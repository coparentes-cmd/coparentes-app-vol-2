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Jak założyć nową rodzinę</a:t>
            </a:r>
            <a:br/>
            <a:r>
              <a:t>w Coparentes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38912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C896"/>
                </a:solidFill>
              </a:defRPr>
            </a:pPr>
            <a:r>
              <a:t>getcoparentes.app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Wprowadzenie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Instrukcja dla pierwszego rodzica (Rodzic A).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Konto produkcyjne — nie tryb demo.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Hasło: minimum 8 znaków.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Aplikacja: getcoparentes.app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1 — Utwórz konto (Rodzic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Wybierz zakładkę „Nowa rodzina”.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Wypełnij: imię i nazwisko, nazwa rodziny, e-mail, hasło.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Kliknij „Utwórz konto”.</a:t>
            </a:r>
          </a:p>
          <a:p>
            <a:pPr>
              <a:spcBef>
                <a:spcPts val="1200"/>
              </a:spcBef>
              <a:defRPr sz="1400">
                <a:solidFill>
                  <a:srgbClr val="00C896"/>
                </a:solidFill>
              </a:defRPr>
            </a:pPr>
            <a:r>
              <a:t>Po rejestracji jesteś Rodzicem A — zarządzasz zaproszeniami.</a:t>
            </a:r>
          </a:p>
        </p:txBody>
      </p:sp>
      <p:pic>
        <p:nvPicPr>
          <p:cNvPr id="4" name="Picture 3" descr="01-nowa-rodz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2 — Dodaj pierwsze dziecko (opcjonalnie)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Okno „Dodaj dziecko do przestrzeni” pojawia się po rejestracji.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Podaj imię, datę urodzenia (ważną przy logowaniu dziecka).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Szkoła opcjonalna.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„Dodaj dziecko” lub „Pomiń na razie”.</a:t>
            </a:r>
          </a:p>
        </p:txBody>
      </p:sp>
      <p:pic>
        <p:nvPicPr>
          <p:cNvPr id="4" name="Picture 3" descr="02-dodaj-dziecko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3A — Zaproś drugiego rodzica (kod)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Ustawienia → ikona zębatki przy awatarze.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„Kod zaproszenia dla drugiego rodzica” → dotknij, aby skopiować.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Wyślij kod partnerowi (SMS, WhatsApp, e-mail).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Ten sam ekran: kod zaproszenia dziecka (krok 6).</a:t>
            </a:r>
          </a:p>
        </p:txBody>
      </p:sp>
      <p:pic>
        <p:nvPicPr>
          <p:cNvPr id="4" name="Picture 3" descr="03-ustawienia-k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3B — Zaproszenie e-mailem (opcjonalnie)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Ustawienia → „Zaproś drugiego rodzica mailem”.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Partner musi mieć już konto Coparentes.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Przy pierwszym dołączeniu wygodniejszy jest kod (krok 3A).</a:t>
            </a:r>
          </a:p>
        </p:txBody>
      </p:sp>
      <p:pic>
        <p:nvPicPr>
          <p:cNvPr id="4" name="Picture 3" descr="04-zaproszenie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4 — Drugi rodzic dołącza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getcoparentes.app → zakładka „Rodzic” (nie „Nowa rodzina”).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Imię, kod od Rodzica A, własny e-mail i hasło.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Kliknij „Dołącz”.</a:t>
            </a:r>
          </a:p>
        </p:txBody>
      </p:sp>
      <p:pic>
        <p:nvPicPr>
          <p:cNvPr id="4" name="Picture 3" descr="05-rodzic-dolac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5 — Dodaj kolejne dzieci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Ustawienia → „Dodaj dziecko”.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Ten sam formularz co w kroku 2.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Lista dzieci: „Dzieci w rodzinie” w ustawieniach.</a:t>
            </a:r>
          </a:p>
        </p:txBody>
      </p:sp>
      <p:pic>
        <p:nvPicPr>
          <p:cNvPr id="4" name="Picture 3" descr="02-dodaj-dziecko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6 — Kod dla dziecka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Ustawienia → skopiuj „Kod zaproszenia dziecka”.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Jeden kod na rodzinę — dziecko rozpoznawane po dacie urodzenia.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Przekaż kod bezpiecznie (ustnie lub wiadomość od rodzica).</a:t>
            </a:r>
          </a:p>
        </p:txBody>
      </p:sp>
      <p:pic>
        <p:nvPicPr>
          <p:cNvPr id="4" name="Picture 3" descr="04-zaproszenie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Krok 7 — Logowanie dziecka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Zakładka „Dziecko” → kod → „Sprawdź kod”.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Data urodzenia (jak w profilu) + hasło (min. 8 znaków).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Pierwsze logowanie: imię. Kolejne: kod + data + hasło.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„Wejdź” → panel: Dzisiaj, Kalendarz, Rodzina, Lista.</a:t>
            </a:r>
          </a:p>
        </p:txBody>
      </p:sp>
      <p:pic>
        <p:nvPicPr>
          <p:cNvPr id="4" name="Picture 3" descr="08-dziecko-logow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24506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Typowe problemy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Brak profilu dziecka → sprawdź datę urodzenia u Rodzica A.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„Sprawdź kod” → kliknij przed „Wejdź”.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Zły kod → kod dziecka ≠ kod drugiego rodzica.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Hasło za krótkie → min. 8 znaków.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Profil zajęty → dziecko loguje się ponownie tym samym hasłem.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Podsumowanie ról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Rodzic A — „Nowa rodzina” → ustawienia: zakłada rodzinę, kody, dzieci.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Rodzic B — „Rodzic”: dołącza kodem od Rodzica A.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Dziecko — „Dziecko”: kod rodziny + data urodzenia + hasło.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